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>
      <p:cViewPr varScale="1">
        <p:scale>
          <a:sx n="118" d="100"/>
          <a:sy n="118" d="100"/>
        </p:scale>
        <p:origin x="9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185A9-4EFC-924E-6558-801FECBDB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2ED5283-EB69-3081-4071-84F368CCB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386CA5-F52B-7AB9-B6AB-CBF2DFD80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5F15-C180-DF4B-A880-583BC59CF4AB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2F9687-B4CB-4E8C-889D-4D1E1F02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6550C6-36DF-C5DE-028B-2C1F9480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6103B-D095-6248-9067-CAE3E08B5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484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F3924-012C-003F-5AF4-C121C16D4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2255B3-87DB-0E9F-4FCE-75FD3C445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117CB8-3528-8A09-D15C-965F479A4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5F15-C180-DF4B-A880-583BC59CF4AB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EDD697-4A8A-2A74-E313-205AA2FF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26F702-F38E-3A84-01EA-EA6241E67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6103B-D095-6248-9067-CAE3E08B5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921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614DD9-2AAE-CC39-AF22-2B74EBBD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79325E-0DE7-FD5B-A385-4214BA9DF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7065FF-720E-F4BF-DB1A-604FD0CDC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5F15-C180-DF4B-A880-583BC59CF4AB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BDCA9E-2750-57CA-39D1-CEA39B0B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3ED30E-AA47-E488-C2BD-79268EF08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6103B-D095-6248-9067-CAE3E08B5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818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AA2D2-630A-50D8-38AF-44BBF524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8ED46A-03D1-893A-A8AA-2DC9029BD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957E4F-78B9-03FF-3AE9-08349A122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206477-AF3A-9A35-874B-F665ED90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5F15-C180-DF4B-A880-583BC59CF4AB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EDCA48-BAFB-5EB0-B267-D6BF5CCA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9DD882-B845-F9A3-4B2D-B75B9CFF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6103B-D095-6248-9067-CAE3E08B5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76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FBB3C-5578-708F-7C59-27C5FBFC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85D466-8578-6B8C-E7BE-5D0DC27F0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55CA66-0EF6-CE3E-57F9-97E2A855D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B19FBE8-DA4F-8ECB-9B0D-3378C7FF31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BFA59D1-4A6D-D434-645A-3DCFD9E077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5840A7D-F074-2729-B6A2-D94D1F61A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5F15-C180-DF4B-A880-583BC59CF4AB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8C1683F-61B8-1D55-EEE0-2FD88064D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81E0EA4-A07E-6DAD-32AB-F3EE32F49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6103B-D095-6248-9067-CAE3E08B5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02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E2D50-4053-C8DF-84DC-F5000A01C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6994CE9-F971-26F7-12FB-BFE81046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5F15-C180-DF4B-A880-583BC59CF4AB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EC73B13-6C87-5E08-6C13-9B4B79AC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9F4C4D-C97E-0D51-3944-8585B646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6103B-D095-6248-9067-CAE3E08B5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498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7D29F8E-83A6-4E6B-E1E5-048A8F02D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5F15-C180-DF4B-A880-583BC59CF4AB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0CF95D7-2BAF-8BE5-9D21-24E6D879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FF7D1D-ADA9-80BF-B619-92B140E1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6103B-D095-6248-9067-CAE3E08B5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210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FE3B2-C703-74E9-8365-8F563D470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67E06F-0751-C459-D583-F91266384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F39276-3F2E-79DF-461B-78D1A9D0E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449568-4C3A-D0D9-AD0B-C7760B247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5F15-C180-DF4B-A880-583BC59CF4AB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9CF304-1B00-6FA9-EFF4-8817218A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5184B0-9544-5E2C-4BDF-F72B93971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6103B-D095-6248-9067-CAE3E08B5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41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46815-C61A-D05D-B6CC-454EB38FA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4973547-1EC3-B9AE-086A-8E4893BB9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1AEA7DE-9946-879B-61F5-458E9D41B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5600B7-4F82-4EC4-28D0-2C8CAF303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5F15-C180-DF4B-A880-583BC59CF4AB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005081-53D0-DA8D-DF9E-5D5802E4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DEE583-8388-5619-A9E3-75858E281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6103B-D095-6248-9067-CAE3E08B5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012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9E9BB-08F8-148D-91C5-B51EF452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348FB2-B4A7-A39B-F252-4E4D76295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83B092-F410-9295-F3C8-B6E718BC4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5F15-C180-DF4B-A880-583BC59CF4AB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26261F-1591-D55B-AF6D-D621604C8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149B85-0FD1-B347-9A55-A087C6768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6103B-D095-6248-9067-CAE3E08B5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27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BC2A447-A150-9D80-086A-F7FADDF73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1E54520-8845-BC39-C715-A89672F3E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779A14-B4AF-8561-146D-72BE688D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5F15-C180-DF4B-A880-583BC59CF4AB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759584-DCF5-DD80-C31E-387BFB768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EFC74F-1A5A-3EB3-19F3-3C41BD91D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6103B-D095-6248-9067-CAE3E08B5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24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276E2-2BC3-3E6B-93E8-E39A16464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AE5855-4893-D661-C7B4-F2EF3D0E5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879E00-2EFC-0B7B-65B8-FDC297530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25F15-C180-DF4B-A880-583BC59CF4AB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D6D1D3-477A-33B5-4672-7C3B7F080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B8A8C8-8AFD-C1B7-A4AF-B4C540BE4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6103B-D095-6248-9067-CAE3E08B5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567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ACEEF6-6EFD-95CF-CFF6-54C0D5713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1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FE36EA-38CE-CCC9-8494-BBFB0499E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6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4DAFE8-F552-A20C-328D-F93F3286A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3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E73BCE-4C8C-CC56-15EA-BFB54FE11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31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2E9BE4-2A24-F15D-0DEE-717592611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27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FD763D-29E6-0922-25D4-981372D8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130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Macintosh PowerPoint</Application>
  <PresentationFormat>Широкоэкранный</PresentationFormat>
  <Paragraphs>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1</cp:revision>
  <dcterms:created xsi:type="dcterms:W3CDTF">2025-02-09T07:48:54Z</dcterms:created>
  <dcterms:modified xsi:type="dcterms:W3CDTF">2025-02-09T08:04:27Z</dcterms:modified>
</cp:coreProperties>
</file>